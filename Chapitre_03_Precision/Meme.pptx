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56" d="100"/>
          <a:sy n="56" d="100"/>
        </p:scale>
        <p:origin x="10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F8208C-1E71-A2DF-C858-9FD970AA6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87557B8-A448-FE61-4AFB-803ACF223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A41F18-83E1-5144-06B0-BC29A8DA5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8816-3D69-4FCA-BA32-ACE082B2AAEB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518B58-112B-C64A-D364-1F1D147F3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1E907E-2389-4AAD-4502-B3604542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2681-C3E9-46EA-8C7C-25B5A8D20B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8830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D4E0A5-80F0-864B-92FE-F08DAF26B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8004C3-4750-5621-E3F8-4B2BE8E3C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F085E8-B4CE-5E74-AE04-B162ADB7E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8816-3D69-4FCA-BA32-ACE082B2AAEB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BF8CC6-311C-307E-9013-37AB7B0E3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420926-607D-6806-FE73-E215317AC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2681-C3E9-46EA-8C7C-25B5A8D20B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69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EF5AD5-C33A-58F0-B36F-0D37CA5B8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CB2CBB1-B6DD-3BE5-C828-74442BB48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4C96D2-2EDB-592E-8B57-843E3758C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8816-3D69-4FCA-BA32-ACE082B2AAEB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973DAE-52C9-EF7F-6E51-DEFDE7D5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6B4AB9-1A0C-53D2-8B96-C1D705163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2681-C3E9-46EA-8C7C-25B5A8D20B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9167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B4527F-4B7E-4B63-89F6-BA12736B9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29D73E-FBF7-8D7D-CA1F-AD5243827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9CFAB8A-BA96-80AF-5891-A47E137EF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B7317B5-7C83-627C-9952-283AA27B9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8816-3D69-4FCA-BA32-ACE082B2AAEB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9515F5-BEA4-ED9E-D3E8-1D83FAA33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841B987-4FFF-2D4C-E3FF-F8E41EC99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2681-C3E9-46EA-8C7C-25B5A8D20B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472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284FD-A8DB-A9C4-96A5-3B7073A96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C1597B-D6CF-46FC-35DD-D7B1D99E6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B13ED5D-0444-19FC-5D72-CAD72AA633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02ABAB4-5CA3-9B3B-598E-311BFCB66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3FBFFDE-ADF4-8FD6-CDCB-10749A063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66E11F2-1801-9C2F-1FAD-04E49E0CA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8816-3D69-4FCA-BA32-ACE082B2AAEB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C270BC7-6CCF-D092-F885-B633B139F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65BFEBC-88FD-63A7-8A56-75B6926D6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2681-C3E9-46EA-8C7C-25B5A8D20B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152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F7CED2-3C67-1413-93DB-B3019C94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3881160-055F-216C-0F5E-8BF3EE722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8816-3D69-4FCA-BA32-ACE082B2AAEB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B6363B4-815C-E943-6E45-CB63862F5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097DA6E-0D5D-7E50-DFF9-A09049456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2681-C3E9-46EA-8C7C-25B5A8D20B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1950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0BA8042-5955-C032-B71A-A6A26C29B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8816-3D69-4FCA-BA32-ACE082B2AAEB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8F3E2FE-B99F-AF59-54F6-4A6F28DBB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FA56597-AD59-2C8A-F542-963603BDD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2681-C3E9-46EA-8C7C-25B5A8D20B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1001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56DE74-2E8C-CF3E-DFED-742D9E8D3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3FAF50-7E64-9692-300A-83DA0A177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C6CD39A-0F3B-AA65-150C-7793FDE05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337EB0F-A6ED-C517-467D-62394FB58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8816-3D69-4FCA-BA32-ACE082B2AAEB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0AB5423-846A-77F0-E117-7049CE617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13EE910-3395-6BF6-103D-04EB8FC95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2681-C3E9-46EA-8C7C-25B5A8D20B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4320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4397B-9F0F-0917-2D54-9049595B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2970F90-42B8-A6CF-A7B9-31715543FE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F2E0ECC-9052-5BD7-048C-41EA95581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1019FD7-9F88-DDA1-0DF0-8CEDE4B18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8816-3D69-4FCA-BA32-ACE082B2AAEB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81C5FA0-F33B-2372-CEAC-9CCB54C1F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1364EAE-B6C1-4455-B409-704BE5AEA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2681-C3E9-46EA-8C7C-25B5A8D20B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5343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DF24C0-B114-63E2-1B60-7463FB67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CB88954-532E-E887-3DAD-754E1B160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95286D-C964-0465-76C9-891B3D1FB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8816-3D69-4FCA-BA32-ACE082B2AAEB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600350-4DA1-66B2-6017-494AAE226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FEC7D1-D230-B734-3303-9D0671F5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2681-C3E9-46EA-8C7C-25B5A8D20B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2004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2175746-D557-31F4-4651-75172D003E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10AF8B4-037D-F1F9-4C90-69485E95D3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9E160F-1DC8-E711-FCA1-F6E1C1F8D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8816-3D69-4FCA-BA32-ACE082B2AAEB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379BA1-9E4A-6262-69E2-54D431DA3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22FB814-EF04-C54B-4F4C-0A697FCA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2681-C3E9-46EA-8C7C-25B5A8D20B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865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A241791-2EBF-FF5A-E644-E78C154B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4A3ED5-B2FB-17D4-D288-CDE00059A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948B87-9760-5125-D4EE-C85946E394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78816-3D69-4FCA-BA32-ACE082B2AAEB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18FA31-71D0-7B1E-1ED9-3A16B313F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CB9267-A6E1-E18D-4557-B4F9B30FDE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F2681-C3E9-46EA-8C7C-25B5A8D20B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536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3D8EBE-EA52-FAA7-92C4-F30F444538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862AB60-1D0A-DE41-A465-59727681E5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FE1961E-3C7F-1BD3-B424-201C1040B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90488"/>
            <a:ext cx="4762500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2009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9F4D44BF-B678-DBB6-1326-299B714BF568}"/>
                  </a:ext>
                </a:extLst>
              </p:cNvPr>
              <p:cNvSpPr txBox="1"/>
              <p:nvPr/>
            </p:nvSpPr>
            <p:spPr>
              <a:xfrm>
                <a:off x="816748" y="2554893"/>
                <a:ext cx="2196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9F4D44BF-B678-DBB6-1326-299B714BF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748" y="2554893"/>
                <a:ext cx="219612" cy="276999"/>
              </a:xfrm>
              <a:prstGeom prst="rect">
                <a:avLst/>
              </a:prstGeom>
              <a:blipFill>
                <a:blip r:embed="rId2"/>
                <a:stretch>
                  <a:fillRect l="-25000" r="-22222" b="-65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B034C35-3908-4529-6CEF-F7EA48575B20}"/>
                  </a:ext>
                </a:extLst>
              </p:cNvPr>
              <p:cNvSpPr/>
              <p:nvPr/>
            </p:nvSpPr>
            <p:spPr>
              <a:xfrm>
                <a:off x="1571625" y="2425839"/>
                <a:ext cx="1794510" cy="857250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𝑇𝑝</m:t>
                              </m:r>
                            </m:e>
                          </m:d>
                        </m:num>
                        <m:den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𝑇𝑝</m:t>
                          </m:r>
                          <m:sSup>
                            <m:sSupPr>
                              <m:ctrlP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fr-F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  <m:r>
                                    <a:rPr lang="fr-F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B034C35-3908-4529-6CEF-F7EA48575B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625" y="2425839"/>
                <a:ext cx="1794510" cy="8572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rganigramme : Jonction de sommaire 5">
            <a:extLst>
              <a:ext uri="{FF2B5EF4-FFF2-40B4-BE49-F238E27FC236}">
                <a16:creationId xmlns:a16="http://schemas.microsoft.com/office/drawing/2014/main" id="{C0271568-8B48-6FE9-AF5B-6B058176A6F1}"/>
              </a:ext>
            </a:extLst>
          </p:cNvPr>
          <p:cNvSpPr/>
          <p:nvPr/>
        </p:nvSpPr>
        <p:spPr>
          <a:xfrm>
            <a:off x="988232" y="2737128"/>
            <a:ext cx="234672" cy="234672"/>
          </a:xfrm>
          <a:prstGeom prst="flowChartSummingJunction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i="1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665B2A12-17D0-5B67-2D40-16F09E798552}"/>
              </a:ext>
            </a:extLst>
          </p:cNvPr>
          <p:cNvCxnSpPr>
            <a:cxnSpLocks/>
            <a:stCxn id="6" idx="6"/>
            <a:endCxn id="5" idx="1"/>
          </p:cNvCxnSpPr>
          <p:nvPr/>
        </p:nvCxnSpPr>
        <p:spPr>
          <a:xfrm>
            <a:off x="1222904" y="2854464"/>
            <a:ext cx="348721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6EBC9ABE-2FCF-CAFC-350C-715744848283}"/>
              </a:ext>
            </a:extLst>
          </p:cNvPr>
          <p:cNvCxnSpPr/>
          <p:nvPr/>
        </p:nvCxnSpPr>
        <p:spPr>
          <a:xfrm>
            <a:off x="3366135" y="2854464"/>
            <a:ext cx="525015" cy="0"/>
          </a:xfrm>
          <a:prstGeom prst="straightConnector1">
            <a:avLst/>
          </a:prstGeom>
          <a:ln>
            <a:solidFill>
              <a:srgbClr val="002060"/>
            </a:solidFill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2DAA8151-DD4D-2394-61EB-BFA9D2E4F3F1}"/>
              </a:ext>
            </a:extLst>
          </p:cNvPr>
          <p:cNvCxnSpPr>
            <a:cxnSpLocks/>
          </p:cNvCxnSpPr>
          <p:nvPr/>
        </p:nvCxnSpPr>
        <p:spPr>
          <a:xfrm>
            <a:off x="637674" y="2854464"/>
            <a:ext cx="350558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2730E8D3-C782-D2AA-C852-962E07B00679}"/>
              </a:ext>
            </a:extLst>
          </p:cNvPr>
          <p:cNvCxnSpPr>
            <a:cxnSpLocks/>
          </p:cNvCxnSpPr>
          <p:nvPr/>
        </p:nvCxnSpPr>
        <p:spPr>
          <a:xfrm>
            <a:off x="3561347" y="2854464"/>
            <a:ext cx="0" cy="817875"/>
          </a:xfrm>
          <a:prstGeom prst="straightConnector1">
            <a:avLst/>
          </a:prstGeom>
          <a:ln>
            <a:solidFill>
              <a:srgbClr val="00206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37069CE1-7D27-02F0-26F4-488B91B6647D}"/>
              </a:ext>
            </a:extLst>
          </p:cNvPr>
          <p:cNvCxnSpPr>
            <a:cxnSpLocks/>
            <a:endCxn id="6" idx="4"/>
          </p:cNvCxnSpPr>
          <p:nvPr/>
        </p:nvCxnSpPr>
        <p:spPr>
          <a:xfrm flipV="1">
            <a:off x="1105568" y="2971800"/>
            <a:ext cx="0" cy="700539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98E30409-F93A-278E-1467-69B67F27EC8F}"/>
              </a:ext>
            </a:extLst>
          </p:cNvPr>
          <p:cNvCxnSpPr>
            <a:cxnSpLocks/>
          </p:cNvCxnSpPr>
          <p:nvPr/>
        </p:nvCxnSpPr>
        <p:spPr>
          <a:xfrm>
            <a:off x="1105568" y="3672338"/>
            <a:ext cx="2455779" cy="0"/>
          </a:xfrm>
          <a:prstGeom prst="straightConnector1">
            <a:avLst/>
          </a:prstGeom>
          <a:ln>
            <a:solidFill>
              <a:srgbClr val="00206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02AF0BB5-3F77-F52E-692A-71012D77D39C}"/>
                  </a:ext>
                </a:extLst>
              </p:cNvPr>
              <p:cNvSpPr txBox="1"/>
              <p:nvPr/>
            </p:nvSpPr>
            <p:spPr>
              <a:xfrm>
                <a:off x="1114637" y="2917110"/>
                <a:ext cx="2196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02AF0BB5-3F77-F52E-692A-71012D77D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637" y="2917110"/>
                <a:ext cx="219612" cy="276999"/>
              </a:xfrm>
              <a:prstGeom prst="rect">
                <a:avLst/>
              </a:prstGeom>
              <a:blipFill>
                <a:blip r:embed="rId4"/>
                <a:stretch>
                  <a:fillRect l="-8333" r="-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">
            <a:extLst>
              <a:ext uri="{FF2B5EF4-FFF2-40B4-BE49-F238E27FC236}">
                <a16:creationId xmlns:a16="http://schemas.microsoft.com/office/drawing/2014/main" id="{8A6AD409-C2C9-DC16-3431-BEE11053A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90488"/>
            <a:ext cx="4762500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0061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A2719-2AE2-7FD0-34D9-68D0FF43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>
            <a:extLst>
              <a:ext uri="{FF2B5EF4-FFF2-40B4-BE49-F238E27FC236}">
                <a16:creationId xmlns:a16="http://schemas.microsoft.com/office/drawing/2014/main" id="{8191D6A9-C587-B354-6BD3-0477906C0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90488"/>
            <a:ext cx="4762500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EAE8D4D8-BAB4-E216-D75B-BC2F3C282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1385" y="514748"/>
            <a:ext cx="1794799" cy="6738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98C4E589-70E0-B688-FF68-3C439F2DF000}"/>
                  </a:ext>
                </a:extLst>
              </p:cNvPr>
              <p:cNvSpPr txBox="1"/>
              <p:nvPr/>
            </p:nvSpPr>
            <p:spPr>
              <a:xfrm>
                <a:off x="4085140" y="1272686"/>
                <a:ext cx="17947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 ??</m:t>
                    </m:r>
                  </m:oMath>
                </a14:m>
                <a:r>
                  <a:rPr lang="fr-FR" dirty="0"/>
                  <a:t>  Gné ???</a:t>
                </a:r>
              </a:p>
            </p:txBody>
          </p:sp>
        </mc:Choice>
        <mc:Fallback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98C4E589-70E0-B688-FF68-3C439F2DF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140" y="1272686"/>
                <a:ext cx="1794799" cy="369332"/>
              </a:xfrm>
              <a:prstGeom prst="rect">
                <a:avLst/>
              </a:prstGeom>
              <a:blipFill>
                <a:blip r:embed="rId4"/>
                <a:stretch>
                  <a:fillRect t="-8333" r="-2712" b="-28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6F43259E-E954-D3AB-28F8-2012F04078A5}"/>
                  </a:ext>
                </a:extLst>
              </p:cNvPr>
              <p:cNvSpPr txBox="1"/>
              <p:nvPr/>
            </p:nvSpPr>
            <p:spPr>
              <a:xfrm>
                <a:off x="3991385" y="2451422"/>
                <a:ext cx="2071433" cy="3727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 sz="1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d>
                                <m:d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6F43259E-E954-D3AB-28F8-2012F0407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385" y="2451422"/>
                <a:ext cx="2071433" cy="3727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DF0B26B0-769B-51CA-AAEA-A604B55162BA}"/>
                  </a:ext>
                </a:extLst>
              </p:cNvPr>
              <p:cNvSpPr txBox="1"/>
              <p:nvPr/>
            </p:nvSpPr>
            <p:spPr>
              <a:xfrm>
                <a:off x="3808506" y="3972850"/>
                <a:ext cx="2071433" cy="548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 sz="1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f>
                            <m:f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num>
                            <m:den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𝐹𝑇𝐵𝑂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DF0B26B0-769B-51CA-AAEA-A604B5516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8506" y="3972850"/>
                <a:ext cx="2071433" cy="548676"/>
              </a:xfrm>
              <a:prstGeom prst="rect">
                <a:avLst/>
              </a:prstGeom>
              <a:blipFill>
                <a:blip r:embed="rId6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A6DF4139-A13F-698A-04A3-4201A16A924C}"/>
                  </a:ext>
                </a:extLst>
              </p:cNvPr>
              <p:cNvSpPr txBox="1"/>
              <p:nvPr/>
            </p:nvSpPr>
            <p:spPr>
              <a:xfrm>
                <a:off x="3946822" y="5524380"/>
                <a:ext cx="20714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400" b="0" dirty="0"/>
                  <a:t>Classe 1,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A6DF4139-A13F-698A-04A3-4201A16A9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6822" y="5524380"/>
                <a:ext cx="2071433" cy="523220"/>
              </a:xfrm>
              <a:prstGeom prst="rect">
                <a:avLst/>
              </a:prstGeom>
              <a:blipFill>
                <a:blip r:embed="rId7"/>
                <a:stretch>
                  <a:fillRect t="-23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174822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Grand écran</PresentationFormat>
  <Paragraphs>8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Xavier Pessoles</dc:creator>
  <cp:lastModifiedBy>Xavier Pessoles</cp:lastModifiedBy>
  <cp:revision>1</cp:revision>
  <dcterms:created xsi:type="dcterms:W3CDTF">2025-10-09T13:01:44Z</dcterms:created>
  <dcterms:modified xsi:type="dcterms:W3CDTF">2025-10-09T19:09:13Z</dcterms:modified>
</cp:coreProperties>
</file>